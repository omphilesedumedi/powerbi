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B11C"/>
    <a:srgbClr val="F4DE3A"/>
    <a:srgbClr val="608F3D"/>
    <a:srgbClr val="A2CF49"/>
    <a:srgbClr val="97E9D5"/>
    <a:srgbClr val="41AEBD"/>
    <a:srgbClr val="94D7E4"/>
    <a:srgbClr val="455F51"/>
    <a:srgbClr val="48D8B5"/>
    <a:srgbClr val="49BB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CB7F64-8011-40EF-A601-F92328EB24B6}" v="26" dt="2026-09-22T07:13:42.2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9111E-9741-4C44-B719-10A7E04340B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4A43F-7336-4E30-96FE-6C4011338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352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9111E-9741-4C44-B719-10A7E04340B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4A43F-7336-4E30-96FE-6C4011338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868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9111E-9741-4C44-B719-10A7E04340B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4A43F-7336-4E30-96FE-6C4011338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105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9111E-9741-4C44-B719-10A7E04340B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4A43F-7336-4E30-96FE-6C4011338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628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9111E-9741-4C44-B719-10A7E04340B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4A43F-7336-4E30-96FE-6C4011338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023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9111E-9741-4C44-B719-10A7E04340B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4A43F-7336-4E30-96FE-6C4011338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565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9111E-9741-4C44-B719-10A7E04340B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4A43F-7336-4E30-96FE-6C4011338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726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9111E-9741-4C44-B719-10A7E04340B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4A43F-7336-4E30-96FE-6C4011338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726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9111E-9741-4C44-B719-10A7E04340B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4A43F-7336-4E30-96FE-6C4011338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766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9111E-9741-4C44-B719-10A7E04340B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4A43F-7336-4E30-96FE-6C4011338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464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9111E-9741-4C44-B719-10A7E04340B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4A43F-7336-4E30-96FE-6C4011338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8720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9111E-9741-4C44-B719-10A7E04340B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4A43F-7336-4E30-96FE-6C40113385F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879517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9111E-9741-4C44-B719-10A7E04340B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4A43F-7336-4E30-96FE-6C4011338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7606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9111E-9741-4C44-B719-10A7E04340B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4A43F-7336-4E30-96FE-6C4011338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3835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9111E-9741-4C44-B719-10A7E04340B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4A43F-7336-4E30-96FE-6C4011338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3334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9111E-9741-4C44-B719-10A7E04340B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4A43F-7336-4E30-96FE-6C4011338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2500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9111E-9741-4C44-B719-10A7E04340B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4A43F-7336-4E30-96FE-6C4011338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40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1F39111E-9741-4C44-B719-10A7E04340B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6D64A43F-7336-4E30-96FE-6C4011338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9017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svg"/><Relationship Id="rId14" Type="http://schemas.openxmlformats.org/officeDocument/2006/relationships/image" Target="../media/image1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C65AE9-33FE-2E21-E8B9-923AAB522DF8}"/>
              </a:ext>
            </a:extLst>
          </p:cNvPr>
          <p:cNvSpPr/>
          <p:nvPr/>
        </p:nvSpPr>
        <p:spPr>
          <a:xfrm>
            <a:off x="0" y="0"/>
            <a:ext cx="12192000" cy="516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spc="3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Campaign Performance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C01BEE-5800-0D59-61BD-968705ECEA9E}"/>
              </a:ext>
            </a:extLst>
          </p:cNvPr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rgbClr val="12303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 spc="3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Developed by Omphile Sedumedi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414F58-494D-6109-1208-4D0EEC419503}"/>
              </a:ext>
            </a:extLst>
          </p:cNvPr>
          <p:cNvSpPr/>
          <p:nvPr/>
        </p:nvSpPr>
        <p:spPr>
          <a:xfrm>
            <a:off x="0" y="6342382"/>
            <a:ext cx="12192000" cy="4572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rgbClr val="123034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42EADA8-7BCB-2ADD-D898-84F581C4FAAA}"/>
              </a:ext>
            </a:extLst>
          </p:cNvPr>
          <p:cNvSpPr/>
          <p:nvPr/>
        </p:nvSpPr>
        <p:spPr>
          <a:xfrm rot="13876061">
            <a:off x="4383887" y="-959195"/>
            <a:ext cx="2184420" cy="2845485"/>
          </a:xfrm>
          <a:custGeom>
            <a:avLst/>
            <a:gdLst>
              <a:gd name="csX0" fmla="*/ 1600148 w 2184420"/>
              <a:gd name="csY0" fmla="*/ 1553893 h 2845485"/>
              <a:gd name="csX1" fmla="*/ 567617 w 2184420"/>
              <a:gd name="csY1" fmla="*/ 2841214 h 2845485"/>
              <a:gd name="csX2" fmla="*/ 486388 w 2184420"/>
              <a:gd name="csY2" fmla="*/ 2845485 h 2845485"/>
              <a:gd name="csX3" fmla="*/ 55718 w 2184420"/>
              <a:gd name="csY3" fmla="*/ 2754944 h 2845485"/>
              <a:gd name="csX4" fmla="*/ 0 w 2184420"/>
              <a:gd name="csY4" fmla="*/ 2723452 h 2845485"/>
              <a:gd name="csX5" fmla="*/ 2184420 w 2184420"/>
              <a:gd name="csY5" fmla="*/ 0 h 2845485"/>
              <a:gd name="csX6" fmla="*/ 2078343 w 2184420"/>
              <a:gd name="csY6" fmla="*/ 155107 h 2845485"/>
              <a:gd name="csX7" fmla="*/ 1606299 w 2184420"/>
              <a:gd name="csY7" fmla="*/ 1436969 h 28454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84420" h="2845485">
                <a:moveTo>
                  <a:pt x="1600148" y="1553893"/>
                </a:moveTo>
                <a:lnTo>
                  <a:pt x="567617" y="2841214"/>
                </a:lnTo>
                <a:lnTo>
                  <a:pt x="486388" y="2845485"/>
                </a:lnTo>
                <a:cubicBezTo>
                  <a:pt x="333623" y="2845485"/>
                  <a:pt x="188088" y="2813246"/>
                  <a:pt x="55718" y="2754944"/>
                </a:cubicBezTo>
                <a:lnTo>
                  <a:pt x="0" y="2723452"/>
                </a:lnTo>
                <a:lnTo>
                  <a:pt x="2184420" y="0"/>
                </a:lnTo>
                <a:lnTo>
                  <a:pt x="2078343" y="155107"/>
                </a:lnTo>
                <a:cubicBezTo>
                  <a:pt x="1808603" y="582395"/>
                  <a:pt x="1651255" y="1009682"/>
                  <a:pt x="1606299" y="1436969"/>
                </a:cubicBezTo>
                <a:close/>
              </a:path>
            </a:pathLst>
          </a:custGeom>
          <a:solidFill>
            <a:srgbClr val="48D8B5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D9AB899-AAEC-E57D-5895-FD7744A58CFF}"/>
              </a:ext>
            </a:extLst>
          </p:cNvPr>
          <p:cNvSpPr/>
          <p:nvPr/>
        </p:nvSpPr>
        <p:spPr>
          <a:xfrm rot="13876061">
            <a:off x="6055139" y="-940146"/>
            <a:ext cx="2184420" cy="2845485"/>
          </a:xfrm>
          <a:custGeom>
            <a:avLst/>
            <a:gdLst>
              <a:gd name="csX0" fmla="*/ 1600148 w 2184420"/>
              <a:gd name="csY0" fmla="*/ 1553893 h 2845485"/>
              <a:gd name="csX1" fmla="*/ 567617 w 2184420"/>
              <a:gd name="csY1" fmla="*/ 2841214 h 2845485"/>
              <a:gd name="csX2" fmla="*/ 486388 w 2184420"/>
              <a:gd name="csY2" fmla="*/ 2845485 h 2845485"/>
              <a:gd name="csX3" fmla="*/ 55718 w 2184420"/>
              <a:gd name="csY3" fmla="*/ 2754944 h 2845485"/>
              <a:gd name="csX4" fmla="*/ 0 w 2184420"/>
              <a:gd name="csY4" fmla="*/ 2723452 h 2845485"/>
              <a:gd name="csX5" fmla="*/ 2184420 w 2184420"/>
              <a:gd name="csY5" fmla="*/ 0 h 2845485"/>
              <a:gd name="csX6" fmla="*/ 2078343 w 2184420"/>
              <a:gd name="csY6" fmla="*/ 155107 h 2845485"/>
              <a:gd name="csX7" fmla="*/ 1606299 w 2184420"/>
              <a:gd name="csY7" fmla="*/ 1436969 h 28454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84420" h="2845485">
                <a:moveTo>
                  <a:pt x="1600148" y="1553893"/>
                </a:moveTo>
                <a:lnTo>
                  <a:pt x="567617" y="2841214"/>
                </a:lnTo>
                <a:lnTo>
                  <a:pt x="486388" y="2845485"/>
                </a:lnTo>
                <a:cubicBezTo>
                  <a:pt x="333623" y="2845485"/>
                  <a:pt x="188088" y="2813246"/>
                  <a:pt x="55718" y="2754944"/>
                </a:cubicBezTo>
                <a:lnTo>
                  <a:pt x="0" y="2723452"/>
                </a:lnTo>
                <a:lnTo>
                  <a:pt x="2184420" y="0"/>
                </a:lnTo>
                <a:lnTo>
                  <a:pt x="2078343" y="155107"/>
                </a:lnTo>
                <a:cubicBezTo>
                  <a:pt x="1808603" y="582395"/>
                  <a:pt x="1651255" y="1009682"/>
                  <a:pt x="1606299" y="1436969"/>
                </a:cubicBezTo>
                <a:close/>
              </a:path>
            </a:pathLst>
          </a:custGeom>
          <a:solidFill>
            <a:srgbClr val="49BBD1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71D4D4D-9647-85EB-E308-EA4687D30D8B}"/>
              </a:ext>
            </a:extLst>
          </p:cNvPr>
          <p:cNvSpPr/>
          <p:nvPr/>
        </p:nvSpPr>
        <p:spPr>
          <a:xfrm rot="13876061">
            <a:off x="7726391" y="-946496"/>
            <a:ext cx="2184420" cy="2845485"/>
          </a:xfrm>
          <a:custGeom>
            <a:avLst/>
            <a:gdLst>
              <a:gd name="csX0" fmla="*/ 1600148 w 2184420"/>
              <a:gd name="csY0" fmla="*/ 1553893 h 2845485"/>
              <a:gd name="csX1" fmla="*/ 567617 w 2184420"/>
              <a:gd name="csY1" fmla="*/ 2841214 h 2845485"/>
              <a:gd name="csX2" fmla="*/ 486388 w 2184420"/>
              <a:gd name="csY2" fmla="*/ 2845485 h 2845485"/>
              <a:gd name="csX3" fmla="*/ 55718 w 2184420"/>
              <a:gd name="csY3" fmla="*/ 2754944 h 2845485"/>
              <a:gd name="csX4" fmla="*/ 0 w 2184420"/>
              <a:gd name="csY4" fmla="*/ 2723452 h 2845485"/>
              <a:gd name="csX5" fmla="*/ 2184420 w 2184420"/>
              <a:gd name="csY5" fmla="*/ 0 h 2845485"/>
              <a:gd name="csX6" fmla="*/ 2078343 w 2184420"/>
              <a:gd name="csY6" fmla="*/ 155107 h 2845485"/>
              <a:gd name="csX7" fmla="*/ 1606299 w 2184420"/>
              <a:gd name="csY7" fmla="*/ 1436969 h 28454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84420" h="2845485">
                <a:moveTo>
                  <a:pt x="1600148" y="1553893"/>
                </a:moveTo>
                <a:lnTo>
                  <a:pt x="567617" y="2841214"/>
                </a:lnTo>
                <a:lnTo>
                  <a:pt x="486388" y="2845485"/>
                </a:lnTo>
                <a:cubicBezTo>
                  <a:pt x="333623" y="2845485"/>
                  <a:pt x="188088" y="2813246"/>
                  <a:pt x="55718" y="2754944"/>
                </a:cubicBezTo>
                <a:lnTo>
                  <a:pt x="0" y="2723452"/>
                </a:lnTo>
                <a:lnTo>
                  <a:pt x="2184420" y="0"/>
                </a:lnTo>
                <a:lnTo>
                  <a:pt x="2078343" y="155107"/>
                </a:lnTo>
                <a:cubicBezTo>
                  <a:pt x="1808603" y="582395"/>
                  <a:pt x="1651255" y="1009682"/>
                  <a:pt x="1606299" y="1436969"/>
                </a:cubicBezTo>
                <a:close/>
              </a:path>
            </a:pathLst>
          </a:custGeom>
          <a:solidFill>
            <a:srgbClr val="31828E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4733306-2952-CFD6-C30F-254EB2A1669E}"/>
              </a:ext>
            </a:extLst>
          </p:cNvPr>
          <p:cNvSpPr/>
          <p:nvPr/>
        </p:nvSpPr>
        <p:spPr>
          <a:xfrm rot="13876061">
            <a:off x="9397643" y="-952846"/>
            <a:ext cx="2184420" cy="2845485"/>
          </a:xfrm>
          <a:custGeom>
            <a:avLst/>
            <a:gdLst>
              <a:gd name="csX0" fmla="*/ 1600148 w 2184420"/>
              <a:gd name="csY0" fmla="*/ 1553893 h 2845485"/>
              <a:gd name="csX1" fmla="*/ 567617 w 2184420"/>
              <a:gd name="csY1" fmla="*/ 2841214 h 2845485"/>
              <a:gd name="csX2" fmla="*/ 486388 w 2184420"/>
              <a:gd name="csY2" fmla="*/ 2845485 h 2845485"/>
              <a:gd name="csX3" fmla="*/ 55718 w 2184420"/>
              <a:gd name="csY3" fmla="*/ 2754944 h 2845485"/>
              <a:gd name="csX4" fmla="*/ 0 w 2184420"/>
              <a:gd name="csY4" fmla="*/ 2723452 h 2845485"/>
              <a:gd name="csX5" fmla="*/ 2184420 w 2184420"/>
              <a:gd name="csY5" fmla="*/ 0 h 2845485"/>
              <a:gd name="csX6" fmla="*/ 2078343 w 2184420"/>
              <a:gd name="csY6" fmla="*/ 155107 h 2845485"/>
              <a:gd name="csX7" fmla="*/ 1606299 w 2184420"/>
              <a:gd name="csY7" fmla="*/ 1436969 h 28454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84420" h="2845485">
                <a:moveTo>
                  <a:pt x="1600148" y="1553893"/>
                </a:moveTo>
                <a:lnTo>
                  <a:pt x="567617" y="2841214"/>
                </a:lnTo>
                <a:lnTo>
                  <a:pt x="486388" y="2845485"/>
                </a:lnTo>
                <a:cubicBezTo>
                  <a:pt x="333623" y="2845485"/>
                  <a:pt x="188088" y="2813246"/>
                  <a:pt x="55718" y="2754944"/>
                </a:cubicBezTo>
                <a:lnTo>
                  <a:pt x="0" y="2723452"/>
                </a:lnTo>
                <a:lnTo>
                  <a:pt x="2184420" y="0"/>
                </a:lnTo>
                <a:lnTo>
                  <a:pt x="2078343" y="155107"/>
                </a:lnTo>
                <a:cubicBezTo>
                  <a:pt x="1808603" y="582395"/>
                  <a:pt x="1651255" y="1009682"/>
                  <a:pt x="1606299" y="1436969"/>
                </a:cubicBezTo>
                <a:close/>
              </a:path>
            </a:pathLst>
          </a:custGeom>
          <a:solidFill>
            <a:srgbClr val="123034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4220A3-D98C-7A08-6B7B-CA6F86AA475D}"/>
              </a:ext>
            </a:extLst>
          </p:cNvPr>
          <p:cNvSpPr/>
          <p:nvPr/>
        </p:nvSpPr>
        <p:spPr>
          <a:xfrm>
            <a:off x="0" y="529165"/>
            <a:ext cx="12192000" cy="4572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rgbClr val="12303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801D59-0137-F9A2-4AD2-DEFC5FB80220}"/>
              </a:ext>
            </a:extLst>
          </p:cNvPr>
          <p:cNvSpPr txBox="1"/>
          <p:nvPr/>
        </p:nvSpPr>
        <p:spPr>
          <a:xfrm>
            <a:off x="9607974" y="51709"/>
            <a:ext cx="267510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effectLst>
                  <a:glow rad="88900">
                    <a:schemeClr val="accent6">
                      <a:alpha val="30000"/>
                    </a:schemeClr>
                  </a:glow>
                  <a:reflection blurRad="50800" stA="50000" endA="300" endPos="37000" dist="25400" dir="5400000" sy="-100000" algn="bl" rotWithShape="0"/>
                </a:effectLst>
                <a:latin typeface="Bauhaus 93" panose="04030905020B02020C02" pitchFamily="82" charset="0"/>
              </a:rPr>
              <a:t>DataGuy    Omphile</a:t>
            </a:r>
          </a:p>
        </p:txBody>
      </p:sp>
      <p:pic>
        <p:nvPicPr>
          <p:cNvPr id="16" name="Graphic 15" descr="Lightning bolt with solid fill">
            <a:extLst>
              <a:ext uri="{FF2B5EF4-FFF2-40B4-BE49-F238E27FC236}">
                <a16:creationId xmlns:a16="http://schemas.microsoft.com/office/drawing/2014/main" id="{FAC8B983-C565-A677-A1A0-F79AA62836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16114" y="51709"/>
            <a:ext cx="457200" cy="457200"/>
          </a:xfrm>
          <a:prstGeom prst="rect">
            <a:avLst/>
          </a:prstGeom>
          <a:effectLst>
            <a:glow rad="76200">
              <a:schemeClr val="tx1">
                <a:alpha val="34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188788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CEF02C-38A7-465C-B12F-D8D251223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32F8017-EA3F-876B-7CB4-075A8EF56905}"/>
              </a:ext>
            </a:extLst>
          </p:cNvPr>
          <p:cNvSpPr/>
          <p:nvPr/>
        </p:nvSpPr>
        <p:spPr>
          <a:xfrm>
            <a:off x="0" y="0"/>
            <a:ext cx="12192000" cy="516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orbel" panose="020B0503020204020204"/>
                <a:ea typeface="+mn-ea"/>
                <a:cs typeface="+mn-cs"/>
              </a:rPr>
              <a:t>Buyer Composition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EF375B-036E-E5CC-E81C-F5380E0719D9}"/>
              </a:ext>
            </a:extLst>
          </p:cNvPr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rgbClr val="12303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orbel" panose="020B0503020204020204"/>
                <a:ea typeface="+mn-ea"/>
                <a:cs typeface="+mn-cs"/>
              </a:rPr>
              <a:t>Developed by Omphile Sedumedi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743E80-487F-8D3F-7B6E-9124417C8EEE}"/>
              </a:ext>
            </a:extLst>
          </p:cNvPr>
          <p:cNvSpPr/>
          <p:nvPr/>
        </p:nvSpPr>
        <p:spPr>
          <a:xfrm>
            <a:off x="0" y="6342382"/>
            <a:ext cx="12192000" cy="4572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rgbClr val="123034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82C4542-2736-8A1B-A9EC-DAC8789BE3A7}"/>
              </a:ext>
            </a:extLst>
          </p:cNvPr>
          <p:cNvSpPr/>
          <p:nvPr/>
        </p:nvSpPr>
        <p:spPr>
          <a:xfrm rot="13876061">
            <a:off x="4383887" y="-959195"/>
            <a:ext cx="2184420" cy="2845485"/>
          </a:xfrm>
          <a:custGeom>
            <a:avLst/>
            <a:gdLst>
              <a:gd name="csX0" fmla="*/ 1600148 w 2184420"/>
              <a:gd name="csY0" fmla="*/ 1553893 h 2845485"/>
              <a:gd name="csX1" fmla="*/ 567617 w 2184420"/>
              <a:gd name="csY1" fmla="*/ 2841214 h 2845485"/>
              <a:gd name="csX2" fmla="*/ 486388 w 2184420"/>
              <a:gd name="csY2" fmla="*/ 2845485 h 2845485"/>
              <a:gd name="csX3" fmla="*/ 55718 w 2184420"/>
              <a:gd name="csY3" fmla="*/ 2754944 h 2845485"/>
              <a:gd name="csX4" fmla="*/ 0 w 2184420"/>
              <a:gd name="csY4" fmla="*/ 2723452 h 2845485"/>
              <a:gd name="csX5" fmla="*/ 2184420 w 2184420"/>
              <a:gd name="csY5" fmla="*/ 0 h 2845485"/>
              <a:gd name="csX6" fmla="*/ 2078343 w 2184420"/>
              <a:gd name="csY6" fmla="*/ 155107 h 2845485"/>
              <a:gd name="csX7" fmla="*/ 1606299 w 2184420"/>
              <a:gd name="csY7" fmla="*/ 1436969 h 28454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84420" h="2845485">
                <a:moveTo>
                  <a:pt x="1600148" y="1553893"/>
                </a:moveTo>
                <a:lnTo>
                  <a:pt x="567617" y="2841214"/>
                </a:lnTo>
                <a:lnTo>
                  <a:pt x="486388" y="2845485"/>
                </a:lnTo>
                <a:cubicBezTo>
                  <a:pt x="333623" y="2845485"/>
                  <a:pt x="188088" y="2813246"/>
                  <a:pt x="55718" y="2754944"/>
                </a:cubicBezTo>
                <a:lnTo>
                  <a:pt x="0" y="2723452"/>
                </a:lnTo>
                <a:lnTo>
                  <a:pt x="2184420" y="0"/>
                </a:lnTo>
                <a:lnTo>
                  <a:pt x="2078343" y="155107"/>
                </a:lnTo>
                <a:cubicBezTo>
                  <a:pt x="1808603" y="582395"/>
                  <a:pt x="1651255" y="1009682"/>
                  <a:pt x="1606299" y="1436969"/>
                </a:cubicBezTo>
                <a:close/>
              </a:path>
            </a:pathLst>
          </a:custGeom>
          <a:solidFill>
            <a:srgbClr val="48D8B5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DBA08A7-62BD-6FE3-05F2-66230E9E1DCD}"/>
              </a:ext>
            </a:extLst>
          </p:cNvPr>
          <p:cNvSpPr/>
          <p:nvPr/>
        </p:nvSpPr>
        <p:spPr>
          <a:xfrm rot="13876061">
            <a:off x="6055139" y="-940146"/>
            <a:ext cx="2184420" cy="2845485"/>
          </a:xfrm>
          <a:custGeom>
            <a:avLst/>
            <a:gdLst>
              <a:gd name="csX0" fmla="*/ 1600148 w 2184420"/>
              <a:gd name="csY0" fmla="*/ 1553893 h 2845485"/>
              <a:gd name="csX1" fmla="*/ 567617 w 2184420"/>
              <a:gd name="csY1" fmla="*/ 2841214 h 2845485"/>
              <a:gd name="csX2" fmla="*/ 486388 w 2184420"/>
              <a:gd name="csY2" fmla="*/ 2845485 h 2845485"/>
              <a:gd name="csX3" fmla="*/ 55718 w 2184420"/>
              <a:gd name="csY3" fmla="*/ 2754944 h 2845485"/>
              <a:gd name="csX4" fmla="*/ 0 w 2184420"/>
              <a:gd name="csY4" fmla="*/ 2723452 h 2845485"/>
              <a:gd name="csX5" fmla="*/ 2184420 w 2184420"/>
              <a:gd name="csY5" fmla="*/ 0 h 2845485"/>
              <a:gd name="csX6" fmla="*/ 2078343 w 2184420"/>
              <a:gd name="csY6" fmla="*/ 155107 h 2845485"/>
              <a:gd name="csX7" fmla="*/ 1606299 w 2184420"/>
              <a:gd name="csY7" fmla="*/ 1436969 h 28454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84420" h="2845485">
                <a:moveTo>
                  <a:pt x="1600148" y="1553893"/>
                </a:moveTo>
                <a:lnTo>
                  <a:pt x="567617" y="2841214"/>
                </a:lnTo>
                <a:lnTo>
                  <a:pt x="486388" y="2845485"/>
                </a:lnTo>
                <a:cubicBezTo>
                  <a:pt x="333623" y="2845485"/>
                  <a:pt x="188088" y="2813246"/>
                  <a:pt x="55718" y="2754944"/>
                </a:cubicBezTo>
                <a:lnTo>
                  <a:pt x="0" y="2723452"/>
                </a:lnTo>
                <a:lnTo>
                  <a:pt x="2184420" y="0"/>
                </a:lnTo>
                <a:lnTo>
                  <a:pt x="2078343" y="155107"/>
                </a:lnTo>
                <a:cubicBezTo>
                  <a:pt x="1808603" y="582395"/>
                  <a:pt x="1651255" y="1009682"/>
                  <a:pt x="1606299" y="1436969"/>
                </a:cubicBezTo>
                <a:close/>
              </a:path>
            </a:pathLst>
          </a:custGeom>
          <a:solidFill>
            <a:srgbClr val="49BBD1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80BDBF4-1E68-E889-C082-2541C9BC4EB0}"/>
              </a:ext>
            </a:extLst>
          </p:cNvPr>
          <p:cNvSpPr/>
          <p:nvPr/>
        </p:nvSpPr>
        <p:spPr>
          <a:xfrm rot="13876061">
            <a:off x="7726391" y="-946496"/>
            <a:ext cx="2184420" cy="2845485"/>
          </a:xfrm>
          <a:custGeom>
            <a:avLst/>
            <a:gdLst>
              <a:gd name="csX0" fmla="*/ 1600148 w 2184420"/>
              <a:gd name="csY0" fmla="*/ 1553893 h 2845485"/>
              <a:gd name="csX1" fmla="*/ 567617 w 2184420"/>
              <a:gd name="csY1" fmla="*/ 2841214 h 2845485"/>
              <a:gd name="csX2" fmla="*/ 486388 w 2184420"/>
              <a:gd name="csY2" fmla="*/ 2845485 h 2845485"/>
              <a:gd name="csX3" fmla="*/ 55718 w 2184420"/>
              <a:gd name="csY3" fmla="*/ 2754944 h 2845485"/>
              <a:gd name="csX4" fmla="*/ 0 w 2184420"/>
              <a:gd name="csY4" fmla="*/ 2723452 h 2845485"/>
              <a:gd name="csX5" fmla="*/ 2184420 w 2184420"/>
              <a:gd name="csY5" fmla="*/ 0 h 2845485"/>
              <a:gd name="csX6" fmla="*/ 2078343 w 2184420"/>
              <a:gd name="csY6" fmla="*/ 155107 h 2845485"/>
              <a:gd name="csX7" fmla="*/ 1606299 w 2184420"/>
              <a:gd name="csY7" fmla="*/ 1436969 h 28454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84420" h="2845485">
                <a:moveTo>
                  <a:pt x="1600148" y="1553893"/>
                </a:moveTo>
                <a:lnTo>
                  <a:pt x="567617" y="2841214"/>
                </a:lnTo>
                <a:lnTo>
                  <a:pt x="486388" y="2845485"/>
                </a:lnTo>
                <a:cubicBezTo>
                  <a:pt x="333623" y="2845485"/>
                  <a:pt x="188088" y="2813246"/>
                  <a:pt x="55718" y="2754944"/>
                </a:cubicBezTo>
                <a:lnTo>
                  <a:pt x="0" y="2723452"/>
                </a:lnTo>
                <a:lnTo>
                  <a:pt x="2184420" y="0"/>
                </a:lnTo>
                <a:lnTo>
                  <a:pt x="2078343" y="155107"/>
                </a:lnTo>
                <a:cubicBezTo>
                  <a:pt x="1808603" y="582395"/>
                  <a:pt x="1651255" y="1009682"/>
                  <a:pt x="1606299" y="1436969"/>
                </a:cubicBezTo>
                <a:close/>
              </a:path>
            </a:pathLst>
          </a:custGeom>
          <a:solidFill>
            <a:srgbClr val="31828E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838E034-D605-123E-C3BF-967E5E69B90D}"/>
              </a:ext>
            </a:extLst>
          </p:cNvPr>
          <p:cNvSpPr/>
          <p:nvPr/>
        </p:nvSpPr>
        <p:spPr>
          <a:xfrm rot="13876061">
            <a:off x="9397643" y="-952846"/>
            <a:ext cx="2184420" cy="2845485"/>
          </a:xfrm>
          <a:custGeom>
            <a:avLst/>
            <a:gdLst>
              <a:gd name="csX0" fmla="*/ 1600148 w 2184420"/>
              <a:gd name="csY0" fmla="*/ 1553893 h 2845485"/>
              <a:gd name="csX1" fmla="*/ 567617 w 2184420"/>
              <a:gd name="csY1" fmla="*/ 2841214 h 2845485"/>
              <a:gd name="csX2" fmla="*/ 486388 w 2184420"/>
              <a:gd name="csY2" fmla="*/ 2845485 h 2845485"/>
              <a:gd name="csX3" fmla="*/ 55718 w 2184420"/>
              <a:gd name="csY3" fmla="*/ 2754944 h 2845485"/>
              <a:gd name="csX4" fmla="*/ 0 w 2184420"/>
              <a:gd name="csY4" fmla="*/ 2723452 h 2845485"/>
              <a:gd name="csX5" fmla="*/ 2184420 w 2184420"/>
              <a:gd name="csY5" fmla="*/ 0 h 2845485"/>
              <a:gd name="csX6" fmla="*/ 2078343 w 2184420"/>
              <a:gd name="csY6" fmla="*/ 155107 h 2845485"/>
              <a:gd name="csX7" fmla="*/ 1606299 w 2184420"/>
              <a:gd name="csY7" fmla="*/ 1436969 h 28454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84420" h="2845485">
                <a:moveTo>
                  <a:pt x="1600148" y="1553893"/>
                </a:moveTo>
                <a:lnTo>
                  <a:pt x="567617" y="2841214"/>
                </a:lnTo>
                <a:lnTo>
                  <a:pt x="486388" y="2845485"/>
                </a:lnTo>
                <a:cubicBezTo>
                  <a:pt x="333623" y="2845485"/>
                  <a:pt x="188088" y="2813246"/>
                  <a:pt x="55718" y="2754944"/>
                </a:cubicBezTo>
                <a:lnTo>
                  <a:pt x="0" y="2723452"/>
                </a:lnTo>
                <a:lnTo>
                  <a:pt x="2184420" y="0"/>
                </a:lnTo>
                <a:lnTo>
                  <a:pt x="2078343" y="155107"/>
                </a:lnTo>
                <a:cubicBezTo>
                  <a:pt x="1808603" y="582395"/>
                  <a:pt x="1651255" y="1009682"/>
                  <a:pt x="1606299" y="1436969"/>
                </a:cubicBezTo>
                <a:close/>
              </a:path>
            </a:pathLst>
          </a:custGeom>
          <a:solidFill>
            <a:srgbClr val="123034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E21CDF-CDD3-AA0C-8F98-B2B529C177E7}"/>
              </a:ext>
            </a:extLst>
          </p:cNvPr>
          <p:cNvSpPr/>
          <p:nvPr/>
        </p:nvSpPr>
        <p:spPr>
          <a:xfrm>
            <a:off x="0" y="529165"/>
            <a:ext cx="12192000" cy="4572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rgbClr val="12303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C015E7-5C31-877A-39FF-90F39D3282F6}"/>
              </a:ext>
            </a:extLst>
          </p:cNvPr>
          <p:cNvSpPr txBox="1"/>
          <p:nvPr/>
        </p:nvSpPr>
        <p:spPr>
          <a:xfrm>
            <a:off x="9607974" y="51709"/>
            <a:ext cx="267510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88900">
                    <a:srgbClr val="FCB11C">
                      <a:alpha val="30000"/>
                    </a:srgbClr>
                  </a:glow>
                  <a:reflection blurRad="50800" stA="50000" endA="300" endPos="37000" dist="25400" dir="5400000" sy="-100000" algn="bl" rotWithShape="0"/>
                </a:effectLst>
                <a:uLnTx/>
                <a:uFillTx/>
                <a:latin typeface="Bauhaus 93" panose="04030905020B02020C02" pitchFamily="82" charset="0"/>
                <a:ea typeface="+mn-ea"/>
                <a:cs typeface="+mn-cs"/>
              </a:rPr>
              <a:t>DataGuy    Omphile</a:t>
            </a:r>
          </a:p>
        </p:txBody>
      </p:sp>
      <p:pic>
        <p:nvPicPr>
          <p:cNvPr id="16" name="Graphic 15" descr="Lightning bolt with solid fill">
            <a:extLst>
              <a:ext uri="{FF2B5EF4-FFF2-40B4-BE49-F238E27FC236}">
                <a16:creationId xmlns:a16="http://schemas.microsoft.com/office/drawing/2014/main" id="{43EA279D-6D92-DA2B-F0C6-33FAD5F468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16114" y="51709"/>
            <a:ext cx="457200" cy="457200"/>
          </a:xfrm>
          <a:prstGeom prst="rect">
            <a:avLst/>
          </a:prstGeom>
          <a:effectLst>
            <a:glow rad="76200">
              <a:schemeClr val="tx1">
                <a:alpha val="34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2295890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891266-35C1-D85F-CEA6-B8657FCEE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D3D18B5-2B60-14DB-16FC-ADEA6EE36082}"/>
              </a:ext>
            </a:extLst>
          </p:cNvPr>
          <p:cNvSpPr/>
          <p:nvPr/>
        </p:nvSpPr>
        <p:spPr>
          <a:xfrm>
            <a:off x="0" y="0"/>
            <a:ext cx="12192000" cy="516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spc="300" dirty="0"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orbel" panose="020B0503020204020204"/>
              </a:rPr>
              <a:t>Purchase Drivers</a:t>
            </a:r>
            <a:endParaRPr kumimoji="0" lang="en-US" sz="24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54C137-7880-5B41-5A8B-438364DAC806}"/>
              </a:ext>
            </a:extLst>
          </p:cNvPr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rgbClr val="12303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orbel" panose="020B0503020204020204"/>
                <a:ea typeface="+mn-ea"/>
                <a:cs typeface="+mn-cs"/>
              </a:rPr>
              <a:t>Developed by Omphile Sedumedi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EB47BF-1222-CD0A-54D8-F30FF9E045AB}"/>
              </a:ext>
            </a:extLst>
          </p:cNvPr>
          <p:cNvSpPr/>
          <p:nvPr/>
        </p:nvSpPr>
        <p:spPr>
          <a:xfrm>
            <a:off x="0" y="6342382"/>
            <a:ext cx="12192000" cy="4572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rgbClr val="123034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67280B4-51F9-59D6-C8C4-091837A0E1F8}"/>
              </a:ext>
            </a:extLst>
          </p:cNvPr>
          <p:cNvSpPr/>
          <p:nvPr/>
        </p:nvSpPr>
        <p:spPr>
          <a:xfrm rot="13876061">
            <a:off x="4383887" y="-959195"/>
            <a:ext cx="2184420" cy="2845485"/>
          </a:xfrm>
          <a:custGeom>
            <a:avLst/>
            <a:gdLst>
              <a:gd name="csX0" fmla="*/ 1600148 w 2184420"/>
              <a:gd name="csY0" fmla="*/ 1553893 h 2845485"/>
              <a:gd name="csX1" fmla="*/ 567617 w 2184420"/>
              <a:gd name="csY1" fmla="*/ 2841214 h 2845485"/>
              <a:gd name="csX2" fmla="*/ 486388 w 2184420"/>
              <a:gd name="csY2" fmla="*/ 2845485 h 2845485"/>
              <a:gd name="csX3" fmla="*/ 55718 w 2184420"/>
              <a:gd name="csY3" fmla="*/ 2754944 h 2845485"/>
              <a:gd name="csX4" fmla="*/ 0 w 2184420"/>
              <a:gd name="csY4" fmla="*/ 2723452 h 2845485"/>
              <a:gd name="csX5" fmla="*/ 2184420 w 2184420"/>
              <a:gd name="csY5" fmla="*/ 0 h 2845485"/>
              <a:gd name="csX6" fmla="*/ 2078343 w 2184420"/>
              <a:gd name="csY6" fmla="*/ 155107 h 2845485"/>
              <a:gd name="csX7" fmla="*/ 1606299 w 2184420"/>
              <a:gd name="csY7" fmla="*/ 1436969 h 28454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84420" h="2845485">
                <a:moveTo>
                  <a:pt x="1600148" y="1553893"/>
                </a:moveTo>
                <a:lnTo>
                  <a:pt x="567617" y="2841214"/>
                </a:lnTo>
                <a:lnTo>
                  <a:pt x="486388" y="2845485"/>
                </a:lnTo>
                <a:cubicBezTo>
                  <a:pt x="333623" y="2845485"/>
                  <a:pt x="188088" y="2813246"/>
                  <a:pt x="55718" y="2754944"/>
                </a:cubicBezTo>
                <a:lnTo>
                  <a:pt x="0" y="2723452"/>
                </a:lnTo>
                <a:lnTo>
                  <a:pt x="2184420" y="0"/>
                </a:lnTo>
                <a:lnTo>
                  <a:pt x="2078343" y="155107"/>
                </a:lnTo>
                <a:cubicBezTo>
                  <a:pt x="1808603" y="582395"/>
                  <a:pt x="1651255" y="1009682"/>
                  <a:pt x="1606299" y="1436969"/>
                </a:cubicBezTo>
                <a:close/>
              </a:path>
            </a:pathLst>
          </a:custGeom>
          <a:solidFill>
            <a:srgbClr val="48D8B5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30C037D-A5BA-0876-A760-0E0686C57662}"/>
              </a:ext>
            </a:extLst>
          </p:cNvPr>
          <p:cNvSpPr/>
          <p:nvPr/>
        </p:nvSpPr>
        <p:spPr>
          <a:xfrm rot="13876061">
            <a:off x="6055139" y="-940146"/>
            <a:ext cx="2184420" cy="2845485"/>
          </a:xfrm>
          <a:custGeom>
            <a:avLst/>
            <a:gdLst>
              <a:gd name="csX0" fmla="*/ 1600148 w 2184420"/>
              <a:gd name="csY0" fmla="*/ 1553893 h 2845485"/>
              <a:gd name="csX1" fmla="*/ 567617 w 2184420"/>
              <a:gd name="csY1" fmla="*/ 2841214 h 2845485"/>
              <a:gd name="csX2" fmla="*/ 486388 w 2184420"/>
              <a:gd name="csY2" fmla="*/ 2845485 h 2845485"/>
              <a:gd name="csX3" fmla="*/ 55718 w 2184420"/>
              <a:gd name="csY3" fmla="*/ 2754944 h 2845485"/>
              <a:gd name="csX4" fmla="*/ 0 w 2184420"/>
              <a:gd name="csY4" fmla="*/ 2723452 h 2845485"/>
              <a:gd name="csX5" fmla="*/ 2184420 w 2184420"/>
              <a:gd name="csY5" fmla="*/ 0 h 2845485"/>
              <a:gd name="csX6" fmla="*/ 2078343 w 2184420"/>
              <a:gd name="csY6" fmla="*/ 155107 h 2845485"/>
              <a:gd name="csX7" fmla="*/ 1606299 w 2184420"/>
              <a:gd name="csY7" fmla="*/ 1436969 h 28454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84420" h="2845485">
                <a:moveTo>
                  <a:pt x="1600148" y="1553893"/>
                </a:moveTo>
                <a:lnTo>
                  <a:pt x="567617" y="2841214"/>
                </a:lnTo>
                <a:lnTo>
                  <a:pt x="486388" y="2845485"/>
                </a:lnTo>
                <a:cubicBezTo>
                  <a:pt x="333623" y="2845485"/>
                  <a:pt x="188088" y="2813246"/>
                  <a:pt x="55718" y="2754944"/>
                </a:cubicBezTo>
                <a:lnTo>
                  <a:pt x="0" y="2723452"/>
                </a:lnTo>
                <a:lnTo>
                  <a:pt x="2184420" y="0"/>
                </a:lnTo>
                <a:lnTo>
                  <a:pt x="2078343" y="155107"/>
                </a:lnTo>
                <a:cubicBezTo>
                  <a:pt x="1808603" y="582395"/>
                  <a:pt x="1651255" y="1009682"/>
                  <a:pt x="1606299" y="1436969"/>
                </a:cubicBezTo>
                <a:close/>
              </a:path>
            </a:pathLst>
          </a:custGeom>
          <a:solidFill>
            <a:srgbClr val="49BBD1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49FC137-3705-9F4C-1EB9-67CFF2225443}"/>
              </a:ext>
            </a:extLst>
          </p:cNvPr>
          <p:cNvSpPr/>
          <p:nvPr/>
        </p:nvSpPr>
        <p:spPr>
          <a:xfrm rot="13876061">
            <a:off x="7726391" y="-946496"/>
            <a:ext cx="2184420" cy="2845485"/>
          </a:xfrm>
          <a:custGeom>
            <a:avLst/>
            <a:gdLst>
              <a:gd name="csX0" fmla="*/ 1600148 w 2184420"/>
              <a:gd name="csY0" fmla="*/ 1553893 h 2845485"/>
              <a:gd name="csX1" fmla="*/ 567617 w 2184420"/>
              <a:gd name="csY1" fmla="*/ 2841214 h 2845485"/>
              <a:gd name="csX2" fmla="*/ 486388 w 2184420"/>
              <a:gd name="csY2" fmla="*/ 2845485 h 2845485"/>
              <a:gd name="csX3" fmla="*/ 55718 w 2184420"/>
              <a:gd name="csY3" fmla="*/ 2754944 h 2845485"/>
              <a:gd name="csX4" fmla="*/ 0 w 2184420"/>
              <a:gd name="csY4" fmla="*/ 2723452 h 2845485"/>
              <a:gd name="csX5" fmla="*/ 2184420 w 2184420"/>
              <a:gd name="csY5" fmla="*/ 0 h 2845485"/>
              <a:gd name="csX6" fmla="*/ 2078343 w 2184420"/>
              <a:gd name="csY6" fmla="*/ 155107 h 2845485"/>
              <a:gd name="csX7" fmla="*/ 1606299 w 2184420"/>
              <a:gd name="csY7" fmla="*/ 1436969 h 28454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84420" h="2845485">
                <a:moveTo>
                  <a:pt x="1600148" y="1553893"/>
                </a:moveTo>
                <a:lnTo>
                  <a:pt x="567617" y="2841214"/>
                </a:lnTo>
                <a:lnTo>
                  <a:pt x="486388" y="2845485"/>
                </a:lnTo>
                <a:cubicBezTo>
                  <a:pt x="333623" y="2845485"/>
                  <a:pt x="188088" y="2813246"/>
                  <a:pt x="55718" y="2754944"/>
                </a:cubicBezTo>
                <a:lnTo>
                  <a:pt x="0" y="2723452"/>
                </a:lnTo>
                <a:lnTo>
                  <a:pt x="2184420" y="0"/>
                </a:lnTo>
                <a:lnTo>
                  <a:pt x="2078343" y="155107"/>
                </a:lnTo>
                <a:cubicBezTo>
                  <a:pt x="1808603" y="582395"/>
                  <a:pt x="1651255" y="1009682"/>
                  <a:pt x="1606299" y="1436969"/>
                </a:cubicBezTo>
                <a:close/>
              </a:path>
            </a:pathLst>
          </a:custGeom>
          <a:solidFill>
            <a:srgbClr val="31828E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B376140-4098-1180-62AB-313B081D56D6}"/>
              </a:ext>
            </a:extLst>
          </p:cNvPr>
          <p:cNvSpPr/>
          <p:nvPr/>
        </p:nvSpPr>
        <p:spPr>
          <a:xfrm rot="13876061">
            <a:off x="9397643" y="-952846"/>
            <a:ext cx="2184420" cy="2845485"/>
          </a:xfrm>
          <a:custGeom>
            <a:avLst/>
            <a:gdLst>
              <a:gd name="csX0" fmla="*/ 1600148 w 2184420"/>
              <a:gd name="csY0" fmla="*/ 1553893 h 2845485"/>
              <a:gd name="csX1" fmla="*/ 567617 w 2184420"/>
              <a:gd name="csY1" fmla="*/ 2841214 h 2845485"/>
              <a:gd name="csX2" fmla="*/ 486388 w 2184420"/>
              <a:gd name="csY2" fmla="*/ 2845485 h 2845485"/>
              <a:gd name="csX3" fmla="*/ 55718 w 2184420"/>
              <a:gd name="csY3" fmla="*/ 2754944 h 2845485"/>
              <a:gd name="csX4" fmla="*/ 0 w 2184420"/>
              <a:gd name="csY4" fmla="*/ 2723452 h 2845485"/>
              <a:gd name="csX5" fmla="*/ 2184420 w 2184420"/>
              <a:gd name="csY5" fmla="*/ 0 h 2845485"/>
              <a:gd name="csX6" fmla="*/ 2078343 w 2184420"/>
              <a:gd name="csY6" fmla="*/ 155107 h 2845485"/>
              <a:gd name="csX7" fmla="*/ 1606299 w 2184420"/>
              <a:gd name="csY7" fmla="*/ 1436969 h 28454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84420" h="2845485">
                <a:moveTo>
                  <a:pt x="1600148" y="1553893"/>
                </a:moveTo>
                <a:lnTo>
                  <a:pt x="567617" y="2841214"/>
                </a:lnTo>
                <a:lnTo>
                  <a:pt x="486388" y="2845485"/>
                </a:lnTo>
                <a:cubicBezTo>
                  <a:pt x="333623" y="2845485"/>
                  <a:pt x="188088" y="2813246"/>
                  <a:pt x="55718" y="2754944"/>
                </a:cubicBezTo>
                <a:lnTo>
                  <a:pt x="0" y="2723452"/>
                </a:lnTo>
                <a:lnTo>
                  <a:pt x="2184420" y="0"/>
                </a:lnTo>
                <a:lnTo>
                  <a:pt x="2078343" y="155107"/>
                </a:lnTo>
                <a:cubicBezTo>
                  <a:pt x="1808603" y="582395"/>
                  <a:pt x="1651255" y="1009682"/>
                  <a:pt x="1606299" y="1436969"/>
                </a:cubicBezTo>
                <a:close/>
              </a:path>
            </a:pathLst>
          </a:custGeom>
          <a:solidFill>
            <a:srgbClr val="123034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EF6062-42BD-B656-EED4-2861F1F5D80B}"/>
              </a:ext>
            </a:extLst>
          </p:cNvPr>
          <p:cNvSpPr/>
          <p:nvPr/>
        </p:nvSpPr>
        <p:spPr>
          <a:xfrm>
            <a:off x="0" y="529165"/>
            <a:ext cx="12192000" cy="4572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rgbClr val="12303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884983-100F-D78A-2382-3FF88E7D7EEE}"/>
              </a:ext>
            </a:extLst>
          </p:cNvPr>
          <p:cNvSpPr txBox="1"/>
          <p:nvPr/>
        </p:nvSpPr>
        <p:spPr>
          <a:xfrm>
            <a:off x="9607974" y="51709"/>
            <a:ext cx="267510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88900">
                    <a:srgbClr val="FCB11C">
                      <a:alpha val="30000"/>
                    </a:srgbClr>
                  </a:glow>
                  <a:reflection blurRad="50800" stA="50000" endA="300" endPos="37000" dist="25400" dir="5400000" sy="-100000" algn="bl" rotWithShape="0"/>
                </a:effectLst>
                <a:uLnTx/>
                <a:uFillTx/>
                <a:latin typeface="Bauhaus 93" panose="04030905020B02020C02" pitchFamily="82" charset="0"/>
                <a:ea typeface="+mn-ea"/>
                <a:cs typeface="+mn-cs"/>
              </a:rPr>
              <a:t>DataGuy    Omphile</a:t>
            </a:r>
          </a:p>
        </p:txBody>
      </p:sp>
      <p:pic>
        <p:nvPicPr>
          <p:cNvPr id="16" name="Graphic 15" descr="Lightning bolt with solid fill">
            <a:extLst>
              <a:ext uri="{FF2B5EF4-FFF2-40B4-BE49-F238E27FC236}">
                <a16:creationId xmlns:a16="http://schemas.microsoft.com/office/drawing/2014/main" id="{08930357-C6D1-51E0-D843-4F083B1A1C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16114" y="51709"/>
            <a:ext cx="457200" cy="457200"/>
          </a:xfrm>
          <a:prstGeom prst="rect">
            <a:avLst/>
          </a:prstGeom>
          <a:effectLst>
            <a:glow rad="76200">
              <a:schemeClr val="tx1">
                <a:alpha val="34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2057523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0A765E6-535F-7D69-5938-11A0589893F3}"/>
              </a:ext>
            </a:extLst>
          </p:cNvPr>
          <p:cNvSpPr/>
          <p:nvPr/>
        </p:nvSpPr>
        <p:spPr>
          <a:xfrm>
            <a:off x="1289636" y="656256"/>
            <a:ext cx="914400" cy="914400"/>
          </a:xfrm>
          <a:prstGeom prst="rect">
            <a:avLst/>
          </a:prstGeom>
          <a:solidFill>
            <a:srgbClr val="455F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1996D1-3E45-D9D0-DF34-15ADC73E4706}"/>
              </a:ext>
            </a:extLst>
          </p:cNvPr>
          <p:cNvSpPr/>
          <p:nvPr/>
        </p:nvSpPr>
        <p:spPr>
          <a:xfrm>
            <a:off x="2378207" y="656256"/>
            <a:ext cx="914400" cy="914400"/>
          </a:xfrm>
          <a:prstGeom prst="rect">
            <a:avLst/>
          </a:prstGeom>
          <a:solidFill>
            <a:srgbClr val="94D7E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C50BDC-DE94-1924-63D4-BDF97C6AB7C4}"/>
              </a:ext>
            </a:extLst>
          </p:cNvPr>
          <p:cNvSpPr/>
          <p:nvPr/>
        </p:nvSpPr>
        <p:spPr>
          <a:xfrm>
            <a:off x="3466778" y="656256"/>
            <a:ext cx="914400" cy="914400"/>
          </a:xfrm>
          <a:prstGeom prst="rect">
            <a:avLst/>
          </a:prstGeom>
          <a:solidFill>
            <a:srgbClr val="41AEB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C1DB38-D631-EA48-CD19-B9B0746A3EDC}"/>
              </a:ext>
            </a:extLst>
          </p:cNvPr>
          <p:cNvSpPr/>
          <p:nvPr/>
        </p:nvSpPr>
        <p:spPr>
          <a:xfrm>
            <a:off x="4672081" y="656256"/>
            <a:ext cx="914400" cy="914400"/>
          </a:xfrm>
          <a:prstGeom prst="rect">
            <a:avLst/>
          </a:prstGeom>
          <a:solidFill>
            <a:srgbClr val="97E9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90A212-53C8-4A4D-D2E0-351E6545EB42}"/>
              </a:ext>
            </a:extLst>
          </p:cNvPr>
          <p:cNvSpPr/>
          <p:nvPr/>
        </p:nvSpPr>
        <p:spPr>
          <a:xfrm>
            <a:off x="5819018" y="656256"/>
            <a:ext cx="914400" cy="914400"/>
          </a:xfrm>
          <a:prstGeom prst="rect">
            <a:avLst/>
          </a:prstGeom>
          <a:solidFill>
            <a:srgbClr val="A2CF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A39740-A521-AF6F-BD6F-7720C93A2921}"/>
              </a:ext>
            </a:extLst>
          </p:cNvPr>
          <p:cNvSpPr/>
          <p:nvPr/>
        </p:nvSpPr>
        <p:spPr>
          <a:xfrm>
            <a:off x="6965955" y="656256"/>
            <a:ext cx="914400" cy="914400"/>
          </a:xfrm>
          <a:prstGeom prst="rect">
            <a:avLst/>
          </a:prstGeom>
          <a:solidFill>
            <a:srgbClr val="608F3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63513D-902C-1B76-486E-B33A13A75C01}"/>
              </a:ext>
            </a:extLst>
          </p:cNvPr>
          <p:cNvSpPr/>
          <p:nvPr/>
        </p:nvSpPr>
        <p:spPr>
          <a:xfrm>
            <a:off x="8112892" y="656256"/>
            <a:ext cx="914400" cy="914400"/>
          </a:xfrm>
          <a:prstGeom prst="rect">
            <a:avLst/>
          </a:prstGeom>
          <a:solidFill>
            <a:srgbClr val="F4DE3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74333B-AD66-F8B9-CF57-5C069E130D15}"/>
              </a:ext>
            </a:extLst>
          </p:cNvPr>
          <p:cNvSpPr/>
          <p:nvPr/>
        </p:nvSpPr>
        <p:spPr>
          <a:xfrm>
            <a:off x="9259832" y="656256"/>
            <a:ext cx="914400" cy="914400"/>
          </a:xfrm>
          <a:prstGeom prst="rect">
            <a:avLst/>
          </a:prstGeom>
          <a:solidFill>
            <a:srgbClr val="FCB11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Graphic 18" descr="Banana with solid fill">
            <a:extLst>
              <a:ext uri="{FF2B5EF4-FFF2-40B4-BE49-F238E27FC236}">
                <a16:creationId xmlns:a16="http://schemas.microsoft.com/office/drawing/2014/main" id="{6E84A3ED-BD96-8A7C-05B7-75F0BCE799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87530" y="2523066"/>
            <a:ext cx="1135889" cy="113588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" name="Graphic 20" descr="Cupcake with solid fill">
            <a:extLst>
              <a:ext uri="{FF2B5EF4-FFF2-40B4-BE49-F238E27FC236}">
                <a16:creationId xmlns:a16="http://schemas.microsoft.com/office/drawing/2014/main" id="{50AA7123-4323-DFA5-438A-B140E5CA67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13482" y="2523066"/>
            <a:ext cx="1135889" cy="113588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3" name="Graphic 22" descr="Wine with solid fill">
            <a:extLst>
              <a:ext uri="{FF2B5EF4-FFF2-40B4-BE49-F238E27FC236}">
                <a16:creationId xmlns:a16="http://schemas.microsoft.com/office/drawing/2014/main" id="{AB9C9AB2-243D-D199-1A97-D178D290F4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56042" y="2523066"/>
            <a:ext cx="1135889" cy="113588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5" name="Graphic 24" descr="Chicken leg with solid fill">
            <a:extLst>
              <a:ext uri="{FF2B5EF4-FFF2-40B4-BE49-F238E27FC236}">
                <a16:creationId xmlns:a16="http://schemas.microsoft.com/office/drawing/2014/main" id="{47CCCB3E-DB7B-6BDF-D5EB-5F09DAA06D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50506" y="2523066"/>
            <a:ext cx="1135889" cy="113588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7" name="Graphic 26" descr="Dead Fish Skeleton with solid fill">
            <a:extLst>
              <a:ext uri="{FF2B5EF4-FFF2-40B4-BE49-F238E27FC236}">
                <a16:creationId xmlns:a16="http://schemas.microsoft.com/office/drawing/2014/main" id="{CCABC353-B085-CF0D-AFD4-166A8FFE68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81994" y="2523066"/>
            <a:ext cx="1135889" cy="113588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9" name="Graphic 28" descr="Pretzel with solid fill">
            <a:extLst>
              <a:ext uri="{FF2B5EF4-FFF2-40B4-BE49-F238E27FC236}">
                <a16:creationId xmlns:a16="http://schemas.microsoft.com/office/drawing/2014/main" id="{C1953B9E-1492-A7E3-F51A-BD1F8F578E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5819018" y="2523066"/>
            <a:ext cx="1135889" cy="113588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" name="Graphic 2" descr="Group of women with solid fill">
            <a:extLst>
              <a:ext uri="{FF2B5EF4-FFF2-40B4-BE49-F238E27FC236}">
                <a16:creationId xmlns:a16="http://schemas.microsoft.com/office/drawing/2014/main" id="{52FF280B-3A64-67ED-164B-F5A05D5798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54487" y="4611364"/>
            <a:ext cx="685083" cy="68508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" name="Graphic 12" descr="Money with solid fill">
            <a:extLst>
              <a:ext uri="{FF2B5EF4-FFF2-40B4-BE49-F238E27FC236}">
                <a16:creationId xmlns:a16="http://schemas.microsoft.com/office/drawing/2014/main" id="{17CDAEC6-B901-D609-8E98-AAEE0CCD44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04036" y="4611363"/>
            <a:ext cx="685083" cy="68508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5" name="Graphic 14" descr="Monthly calendar with solid fill">
            <a:extLst>
              <a:ext uri="{FF2B5EF4-FFF2-40B4-BE49-F238E27FC236}">
                <a16:creationId xmlns:a16="http://schemas.microsoft.com/office/drawing/2014/main" id="{1BD49FA0-BFE0-8EAB-267F-04FBCCAEDE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55474" y="4611363"/>
            <a:ext cx="685083" cy="68508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7" name="Graphic 16" descr="Internet with solid fill">
            <a:extLst>
              <a:ext uri="{FF2B5EF4-FFF2-40B4-BE49-F238E27FC236}">
                <a16:creationId xmlns:a16="http://schemas.microsoft.com/office/drawing/2014/main" id="{605AECC2-5363-63A5-D7B3-F08599B865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097627" y="4611363"/>
            <a:ext cx="685083" cy="68508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4" name="Graphic 23" descr="Open book with solid fill">
            <a:extLst>
              <a:ext uri="{FF2B5EF4-FFF2-40B4-BE49-F238E27FC236}">
                <a16:creationId xmlns:a16="http://schemas.microsoft.com/office/drawing/2014/main" id="{FC34856B-18E3-6298-15DD-E17B89AA62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069197" y="4611363"/>
            <a:ext cx="685083" cy="68508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8" name="Graphic 27" descr="Store outline">
            <a:extLst>
              <a:ext uri="{FF2B5EF4-FFF2-40B4-BE49-F238E27FC236}">
                <a16:creationId xmlns:a16="http://schemas.microsoft.com/office/drawing/2014/main" id="{7E6DA7C2-6EA4-D631-CE5F-ACD538D03D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090197" y="4611363"/>
            <a:ext cx="685083" cy="68508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1" name="Graphic 30" descr="Coins with solid fill">
            <a:extLst>
              <a:ext uri="{FF2B5EF4-FFF2-40B4-BE49-F238E27FC236}">
                <a16:creationId xmlns:a16="http://schemas.microsoft.com/office/drawing/2014/main" id="{2E28D754-460A-88C5-CEBE-61771DA01B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012337" y="4611363"/>
            <a:ext cx="685083" cy="68508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3" name="Graphic 32" descr="Man with cane with solid fill">
            <a:extLst>
              <a:ext uri="{FF2B5EF4-FFF2-40B4-BE49-F238E27FC236}">
                <a16:creationId xmlns:a16="http://schemas.microsoft.com/office/drawing/2014/main" id="{4B535089-CCE7-DF5A-BC9B-77186C19DF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983907" y="4611363"/>
            <a:ext cx="685083" cy="68508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1" name="Graphic 90" descr="Group of women with solid fill">
            <a:extLst>
              <a:ext uri="{FF2B5EF4-FFF2-40B4-BE49-F238E27FC236}">
                <a16:creationId xmlns:a16="http://schemas.microsoft.com/office/drawing/2014/main" id="{E1C2F2C1-1189-3C13-0BAF-98FA23C4E0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54487" y="4611363"/>
            <a:ext cx="685083" cy="68508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2" name="Graphic 91" descr="Money with solid fill">
            <a:extLst>
              <a:ext uri="{FF2B5EF4-FFF2-40B4-BE49-F238E27FC236}">
                <a16:creationId xmlns:a16="http://schemas.microsoft.com/office/drawing/2014/main" id="{66BF19E0-0E19-5DE3-123B-3C36C3E170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126057" y="4611363"/>
            <a:ext cx="685083" cy="68508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60842723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656</TotalTime>
  <Words>24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Bauhaus 93</vt:lpstr>
      <vt:lpstr>Corbel</vt:lpstr>
      <vt:lpstr>Depth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Omphile Sedumedi</dc:creator>
  <cp:lastModifiedBy>Omphile Sedumedi</cp:lastModifiedBy>
  <cp:revision>2</cp:revision>
  <dcterms:created xsi:type="dcterms:W3CDTF">2026-07-18T21:35:19Z</dcterms:created>
  <dcterms:modified xsi:type="dcterms:W3CDTF">2026-09-22T13:24:53Z</dcterms:modified>
</cp:coreProperties>
</file>